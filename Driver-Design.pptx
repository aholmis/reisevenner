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FFB0E-2C05-41B0-9B2A-F8848E49136B}" type="datetimeFigureOut">
              <a:rPr lang="en-GB" smtClean="0"/>
              <a:t>03/02/2024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1BA-4576-4F86-88C5-E1C744DFAF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852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451BA-4576-4F86-88C5-E1C744DFAF1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029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0AACE-F090-ACE6-798A-0C0A52DD6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82AB2-70EA-67CF-F452-D79D6BD93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458C6-0F42-D6E2-DB67-9E480E29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6CC-946E-4B6E-8C4C-E743E488E6F3}" type="datetimeFigureOut">
              <a:rPr lang="en-GB" smtClean="0"/>
              <a:t>03/02/2024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33CE7-1E52-9F23-F44A-B7C68DECA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A3BCD-73C9-24A9-A371-108D3479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A8437-2686-459B-A1C4-D73051530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392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E833-9696-A767-8DBF-7BCF53F7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12D3E-FA02-D218-760D-3358A440D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495A6-F310-E355-6A7B-D4EFE287B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6CC-946E-4B6E-8C4C-E743E488E6F3}" type="datetimeFigureOut">
              <a:rPr lang="en-GB" smtClean="0"/>
              <a:t>03/02/2024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0D1F3-F59F-1FBD-B570-3FA64212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C6F70-C136-4643-CC73-EDE3E49B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A8437-2686-459B-A1C4-D73051530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435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E93BA-BCC9-8274-840E-11C7B30E7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73C94-679B-493B-4556-7008005C6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0AD5E-B8F7-10E7-6118-FF2E6DF0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6CC-946E-4B6E-8C4C-E743E488E6F3}" type="datetimeFigureOut">
              <a:rPr lang="en-GB" smtClean="0"/>
              <a:t>03/02/2024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D3A79-EC21-5C01-976C-F59E2B914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0BAF7-9570-10AE-BD69-F5609D5F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A8437-2686-459B-A1C4-D73051530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167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7BB1-CBC9-5947-80A2-3EF8BFA54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5E366-C598-DC01-8DAF-243E27E8E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9956B-239E-23A3-C06B-DABA01E5F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C61B0-8983-5068-7D3D-68D86356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6CC-946E-4B6E-8C4C-E743E488E6F3}" type="datetimeFigureOut">
              <a:rPr lang="en-GB" smtClean="0"/>
              <a:t>03/02/2024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A34FC-CB29-2D96-9BDA-61C2B80D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D168A-ADB1-3A51-351D-70BE90DC3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A8437-2686-459B-A1C4-D73051530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39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E78A1-2716-4489-49BA-E4F270127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16CFF-AAB6-A86D-F08B-9A45D4688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D6DEF-4757-E65D-25E1-6CDBFE4F5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7BE35-0951-42D1-DDE1-BCE773EBD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D734A9-5FCE-17F4-E043-CD9047CE28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6D264A-9177-3A6F-5CA2-4FFC623D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6CC-946E-4B6E-8C4C-E743E488E6F3}" type="datetimeFigureOut">
              <a:rPr lang="en-GB" smtClean="0"/>
              <a:t>03/02/2024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F49BA6-FB70-01EF-DC44-067AC211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53A24-860D-EA08-53AA-3B9A3906D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A8437-2686-459B-A1C4-D73051530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845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B5D50-2462-E45D-A427-31A549E5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0D79C-BDBC-B12A-6BA4-84825D600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6CC-946E-4B6E-8C4C-E743E488E6F3}" type="datetimeFigureOut">
              <a:rPr lang="en-GB" smtClean="0"/>
              <a:t>03/02/2024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9B72B-56AB-A606-4CA6-501973F0B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E744EA-7B58-4D31-8643-D18A77777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A8437-2686-459B-A1C4-D73051530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81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C7BD7-F584-E1BE-2993-A6539E66F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6CC-946E-4B6E-8C4C-E743E488E6F3}" type="datetimeFigureOut">
              <a:rPr lang="en-GB" smtClean="0"/>
              <a:t>03/02/2024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D58F06-E4BB-016B-9521-E422EB7E9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77409-49BD-33AB-29F8-DB13AE80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A8437-2686-459B-A1C4-D73051530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342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F030-9F29-B29C-F03F-C4128058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1D414-E3FB-1F90-CE81-2D68BC705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3761D-1181-D3C0-1A42-0D388BFED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4D08E-F660-8D27-C3B1-5D635452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6CC-946E-4B6E-8C4C-E743E488E6F3}" type="datetimeFigureOut">
              <a:rPr lang="en-GB" smtClean="0"/>
              <a:t>03/02/2024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BB105-0D3A-DE0A-BF3D-CF6316DF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AA181-71E4-1FD3-88EB-971006B2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A8437-2686-459B-A1C4-D73051530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79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EAB2F-3B64-3FCB-94DD-1FD57967D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D26078-39CA-6168-503B-90ACEB76F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1D1EF-7858-F92A-F0CA-0892C181F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D551F-D3BA-FCDE-4F27-F50D944B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6CC-946E-4B6E-8C4C-E743E488E6F3}" type="datetimeFigureOut">
              <a:rPr lang="en-GB" smtClean="0"/>
              <a:t>03/02/2024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C0F05-D424-0326-A05C-84AAD83A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9F47B-6E12-7EC5-EFE4-1359ED22C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A8437-2686-459B-A1C4-D73051530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11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B4424-18D8-A5E7-2D68-284DD642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112E9-FCE3-1716-C8BA-B91DA31DF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7BC2A-A36A-0891-2202-D162536ED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6CC-946E-4B6E-8C4C-E743E488E6F3}" type="datetimeFigureOut">
              <a:rPr lang="en-GB" smtClean="0"/>
              <a:t>03/02/2024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2A341-22C2-28B4-C686-7E1BEB510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4257F-A33F-5643-CBCE-DA76210A7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A8437-2686-459B-A1C4-D73051530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58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452697-E54E-EFB8-F3CF-04AFF6DA7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395150-2EF2-70E0-2D75-0C3D80E5E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3DABA-0073-1B5C-F3B3-63D1A0EB3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CF6CC-946E-4B6E-8C4C-E743E488E6F3}" type="datetimeFigureOut">
              <a:rPr lang="en-GB" smtClean="0"/>
              <a:t>03/02/2024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59E40-66C6-F139-F8F3-7DDB0ED0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21F74-9C40-8B8C-4AAC-13D3AA095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A8437-2686-459B-A1C4-D73051530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41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698386-E732-F523-A5B2-3977184BD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E6FEA-C265-1610-6689-7251C56DD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E562-9E7C-240E-E2C8-C202BB9A6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CF6CC-946E-4B6E-8C4C-E743E488E6F3}" type="datetimeFigureOut">
              <a:rPr lang="en-GB" smtClean="0"/>
              <a:t>03/02/2024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604CF-A77A-8EE3-11D3-3F24F30AF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4D5C7-BD00-5FE0-6CE4-11DACBC593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A8437-2686-459B-A1C4-D73051530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518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99B855A-9817-5EA4-9DDB-9D14E700271C}"/>
              </a:ext>
            </a:extLst>
          </p:cNvPr>
          <p:cNvSpPr/>
          <p:nvPr/>
        </p:nvSpPr>
        <p:spPr>
          <a:xfrm>
            <a:off x="2558248" y="685061"/>
            <a:ext cx="7075503" cy="258340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AE85AC-EB05-C5A9-B3FB-1D9A5D8B8C2D}"/>
              </a:ext>
            </a:extLst>
          </p:cNvPr>
          <p:cNvSpPr/>
          <p:nvPr/>
        </p:nvSpPr>
        <p:spPr>
          <a:xfrm>
            <a:off x="2726923" y="889248"/>
            <a:ext cx="2059620" cy="44388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Driver name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9A9E5D-EF10-FBA6-F6D9-628B14AEFA5F}"/>
              </a:ext>
            </a:extLst>
          </p:cNvPr>
          <p:cNvSpPr/>
          <p:nvPr/>
        </p:nvSpPr>
        <p:spPr>
          <a:xfrm>
            <a:off x="4938943" y="889248"/>
            <a:ext cx="2059620" cy="44388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B9E1ED-EC47-5569-F0E1-D930166EE88C}"/>
              </a:ext>
            </a:extLst>
          </p:cNvPr>
          <p:cNvSpPr/>
          <p:nvPr/>
        </p:nvSpPr>
        <p:spPr>
          <a:xfrm>
            <a:off x="3909133" y="1574308"/>
            <a:ext cx="2059620" cy="443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Passenger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E4DF1E-E52F-1FC6-6E3A-4AA270F77A68}"/>
              </a:ext>
            </a:extLst>
          </p:cNvPr>
          <p:cNvSpPr/>
          <p:nvPr/>
        </p:nvSpPr>
        <p:spPr>
          <a:xfrm>
            <a:off x="6121153" y="1574307"/>
            <a:ext cx="3372036" cy="443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Phone / Comment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0FCC79-5ED8-C9BA-13E6-BBD40B7DC314}"/>
              </a:ext>
            </a:extLst>
          </p:cNvPr>
          <p:cNvSpPr/>
          <p:nvPr/>
        </p:nvSpPr>
        <p:spPr>
          <a:xfrm>
            <a:off x="7150963" y="889248"/>
            <a:ext cx="1312416" cy="44388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5270D5-C9CA-F82B-ED73-AAE06BBC209F}"/>
              </a:ext>
            </a:extLst>
          </p:cNvPr>
          <p:cNvSpPr/>
          <p:nvPr/>
        </p:nvSpPr>
        <p:spPr>
          <a:xfrm>
            <a:off x="3909133" y="2666260"/>
            <a:ext cx="2059620" cy="443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Passenger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7CCC65-DE8C-6D88-190B-22B85DC2A077}"/>
              </a:ext>
            </a:extLst>
          </p:cNvPr>
          <p:cNvSpPr/>
          <p:nvPr/>
        </p:nvSpPr>
        <p:spPr>
          <a:xfrm>
            <a:off x="6121153" y="2666259"/>
            <a:ext cx="3372036" cy="443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Phone / Comment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2ED79E-4F94-321A-C630-3EF44534F48C}"/>
              </a:ext>
            </a:extLst>
          </p:cNvPr>
          <p:cNvSpPr/>
          <p:nvPr/>
        </p:nvSpPr>
        <p:spPr>
          <a:xfrm>
            <a:off x="3909133" y="2120284"/>
            <a:ext cx="2059620" cy="443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Passenger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4156F7-47A4-FB80-F525-C382B45EE915}"/>
              </a:ext>
            </a:extLst>
          </p:cNvPr>
          <p:cNvSpPr/>
          <p:nvPr/>
        </p:nvSpPr>
        <p:spPr>
          <a:xfrm>
            <a:off x="6121153" y="2120283"/>
            <a:ext cx="3372036" cy="443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Phone / Comment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1DBD89-E617-FAC6-6A38-4674EE587C1E}"/>
              </a:ext>
            </a:extLst>
          </p:cNvPr>
          <p:cNvSpPr/>
          <p:nvPr/>
        </p:nvSpPr>
        <p:spPr>
          <a:xfrm>
            <a:off x="2558248" y="3656121"/>
            <a:ext cx="7075503" cy="25834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045DF4-005C-6378-7CFE-997C278E03C1}"/>
              </a:ext>
            </a:extLst>
          </p:cNvPr>
          <p:cNvSpPr/>
          <p:nvPr/>
        </p:nvSpPr>
        <p:spPr>
          <a:xfrm>
            <a:off x="2726923" y="3860308"/>
            <a:ext cx="2059620" cy="44388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Driver name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F62D60-C6B9-B860-B7F2-FE43E595536F}"/>
              </a:ext>
            </a:extLst>
          </p:cNvPr>
          <p:cNvSpPr/>
          <p:nvPr/>
        </p:nvSpPr>
        <p:spPr>
          <a:xfrm>
            <a:off x="4938943" y="3860308"/>
            <a:ext cx="2059620" cy="44388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Phone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EECED5-7239-FB7B-1616-69D59E5E34A8}"/>
              </a:ext>
            </a:extLst>
          </p:cNvPr>
          <p:cNvSpPr/>
          <p:nvPr/>
        </p:nvSpPr>
        <p:spPr>
          <a:xfrm>
            <a:off x="3909133" y="4545368"/>
            <a:ext cx="2059620" cy="443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Passenger name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85318-8F5A-29CB-0BB1-98BB1D8F1EE8}"/>
              </a:ext>
            </a:extLst>
          </p:cNvPr>
          <p:cNvSpPr/>
          <p:nvPr/>
        </p:nvSpPr>
        <p:spPr>
          <a:xfrm>
            <a:off x="6121153" y="4545367"/>
            <a:ext cx="3372036" cy="443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Phone / Comment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4F8D11-45F1-35D8-6447-92A65973FAA0}"/>
              </a:ext>
            </a:extLst>
          </p:cNvPr>
          <p:cNvSpPr/>
          <p:nvPr/>
        </p:nvSpPr>
        <p:spPr>
          <a:xfrm>
            <a:off x="7150963" y="3860308"/>
            <a:ext cx="1312416" cy="44388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228108-BE0C-3DF1-425B-929134A30104}"/>
              </a:ext>
            </a:extLst>
          </p:cNvPr>
          <p:cNvSpPr/>
          <p:nvPr/>
        </p:nvSpPr>
        <p:spPr>
          <a:xfrm>
            <a:off x="3909133" y="5637320"/>
            <a:ext cx="2059620" cy="443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Passenger name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45BBCC-27EA-686B-76E4-0E00BCD60151}"/>
              </a:ext>
            </a:extLst>
          </p:cNvPr>
          <p:cNvSpPr/>
          <p:nvPr/>
        </p:nvSpPr>
        <p:spPr>
          <a:xfrm>
            <a:off x="6121153" y="5637319"/>
            <a:ext cx="3372036" cy="443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Phone / Comment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38E2FC-C6A7-98BC-7E27-4900C8D04CC6}"/>
              </a:ext>
            </a:extLst>
          </p:cNvPr>
          <p:cNvSpPr/>
          <p:nvPr/>
        </p:nvSpPr>
        <p:spPr>
          <a:xfrm>
            <a:off x="3909133" y="5091344"/>
            <a:ext cx="2059620" cy="443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Passenger name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73938F-8BF7-FF7F-906A-641EF3500CB9}"/>
              </a:ext>
            </a:extLst>
          </p:cNvPr>
          <p:cNvSpPr/>
          <p:nvPr/>
        </p:nvSpPr>
        <p:spPr>
          <a:xfrm>
            <a:off x="6121153" y="5091343"/>
            <a:ext cx="3372036" cy="443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Phone / Comment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30A901-3E35-69DE-FBBB-F5226CB0E792}"/>
              </a:ext>
            </a:extLst>
          </p:cNvPr>
          <p:cNvSpPr txBox="1"/>
          <p:nvPr/>
        </p:nvSpPr>
        <p:spPr>
          <a:xfrm>
            <a:off x="719090" y="1750951"/>
            <a:ext cx="1131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Free seats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2460F0-C4B5-3C49-2EC6-A030C5BA8FD8}"/>
              </a:ext>
            </a:extLst>
          </p:cNvPr>
          <p:cNvSpPr txBox="1"/>
          <p:nvPr/>
        </p:nvSpPr>
        <p:spPr>
          <a:xfrm>
            <a:off x="1025905" y="480458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Full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473BBA-C487-4301-218F-F53EE62E65D2}"/>
              </a:ext>
            </a:extLst>
          </p:cNvPr>
          <p:cNvSpPr/>
          <p:nvPr/>
        </p:nvSpPr>
        <p:spPr>
          <a:xfrm>
            <a:off x="3909133" y="5637319"/>
            <a:ext cx="2059620" cy="443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Passenger name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D057C9-4350-06F7-977D-B64913D42256}"/>
              </a:ext>
            </a:extLst>
          </p:cNvPr>
          <p:cNvSpPr/>
          <p:nvPr/>
        </p:nvSpPr>
        <p:spPr>
          <a:xfrm>
            <a:off x="3909133" y="5091343"/>
            <a:ext cx="2059620" cy="443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Passenger name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CC44E5-D265-A870-5220-C77B101AA368}"/>
              </a:ext>
            </a:extLst>
          </p:cNvPr>
          <p:cNvSpPr/>
          <p:nvPr/>
        </p:nvSpPr>
        <p:spPr>
          <a:xfrm>
            <a:off x="6121153" y="5091342"/>
            <a:ext cx="3372036" cy="443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Phone / Comment</a:t>
            </a:r>
          </a:p>
        </p:txBody>
      </p:sp>
    </p:spTree>
    <p:extLst>
      <p:ext uri="{BB962C8B-B14F-4D97-AF65-F5344CB8AC3E}">
        <p14:creationId xmlns:p14="http://schemas.microsoft.com/office/powerpoint/2010/main" val="3255693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Holmefjord, Anders (DNV External)</dc:creator>
  <cp:lastModifiedBy>Holmefjord, Anders (DNV External)</cp:lastModifiedBy>
  <cp:revision>1</cp:revision>
  <dcterms:created xsi:type="dcterms:W3CDTF">2024-02-03T10:18:52Z</dcterms:created>
  <dcterms:modified xsi:type="dcterms:W3CDTF">2024-02-03T10:27:35Z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_DocumentLanguage">
    <vt:lpwstr>en-GB</vt:lpwstr>
  </property>
  <property fmtid="{D5CDD505-2E9C-101B-9397-08002B2CF9AE}" pid="3" name="SD_DocumentLanguageString">
    <vt:lpwstr>English (United Kingdom)</vt:lpwstr>
  </property>
  <property fmtid="{D5CDD505-2E9C-101B-9397-08002B2CF9AE}" pid="4" name="SD_UserprofileName">
    <vt:lpwstr/>
  </property>
  <property fmtid="{D5CDD505-2E9C-101B-9397-08002B2CF9AE}" pid="5" name="DocumentInfoFinished">
    <vt:lpwstr>True</vt:lpwstr>
  </property>
  <property fmtid="{D5CDD505-2E9C-101B-9397-08002B2CF9AE}" pid="6" name="sdIsCodeFreeTemplate">
    <vt:lpwstr>True</vt:lpwstr>
  </property>
  <property fmtid="{D5CDD505-2E9C-101B-9397-08002B2CF9AE}" pid="7" name="MSIP_Label_48141450-2387-4aca-b41f-19cd6be9dd3c_Enabled">
    <vt:lpwstr>true</vt:lpwstr>
  </property>
  <property fmtid="{D5CDD505-2E9C-101B-9397-08002B2CF9AE}" pid="8" name="MSIP_Label_48141450-2387-4aca-b41f-19cd6be9dd3c_SetDate">
    <vt:lpwstr>2024-02-03T10:26:41Z</vt:lpwstr>
  </property>
  <property fmtid="{D5CDD505-2E9C-101B-9397-08002B2CF9AE}" pid="9" name="MSIP_Label_48141450-2387-4aca-b41f-19cd6be9dd3c_Method">
    <vt:lpwstr>Standard</vt:lpwstr>
  </property>
  <property fmtid="{D5CDD505-2E9C-101B-9397-08002B2CF9AE}" pid="10" name="MSIP_Label_48141450-2387-4aca-b41f-19cd6be9dd3c_Name">
    <vt:lpwstr>Restricted_Unprotected</vt:lpwstr>
  </property>
  <property fmtid="{D5CDD505-2E9C-101B-9397-08002B2CF9AE}" pid="11" name="MSIP_Label_48141450-2387-4aca-b41f-19cd6be9dd3c_SiteId">
    <vt:lpwstr>adf10e2b-b6e9-41d6-be2f-c12bb566019c</vt:lpwstr>
  </property>
  <property fmtid="{D5CDD505-2E9C-101B-9397-08002B2CF9AE}" pid="12" name="MSIP_Label_48141450-2387-4aca-b41f-19cd6be9dd3c_ActionId">
    <vt:lpwstr>b8636bba-3109-44ff-a628-816412fa2d43</vt:lpwstr>
  </property>
  <property fmtid="{D5CDD505-2E9C-101B-9397-08002B2CF9AE}" pid="13" name="MSIP_Label_48141450-2387-4aca-b41f-19cd6be9dd3c_ContentBits">
    <vt:lpwstr>0</vt:lpwstr>
  </property>
</Properties>
</file>